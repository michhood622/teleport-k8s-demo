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objective: build a standard Kubernetes cluster, configure RBAC with certificate access, and deploy NGINX as a non-admin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repo intentionally separates infrastructure creation from Kubernetes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 VMs, their IPs, and why the private network is used for node-to-node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from infrastructure to workload. Emphasize NGINX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can explain why node IPs matter in multi-interface Vagrant VMs.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why the pod network CIDR matches the Flannel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troubleshooting story. Explain how the symptoms led to checking Flannel public IP annotations.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self-signed TLS is acceptable for a local demo, but production would use a trusted issuer.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CN=nginx-user and how the RoleBinding subject matches that username.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default admin user is no longer used to deploy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live demo runbook.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customer-facing troubleshooting explanation: what I saw, what I ruled out, what I changed, and how I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tradeoffs to professional services: good enough for POC, clear path for production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repo is organized like a customer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inviting questions and offering to walk through the troubleshooting guide or live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Kubernetes Installation &amp; Application Deployment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AF3"/>
                </a:solidFill>
              </a:rPr>
              <a:t>kubeadm • Ubuntu 24.04 • RBAC • Cert-Manager • ingress-nginx • NGINX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4734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3-node local lab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237744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247345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 kubeadm install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237744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C56A1A"/>
          </a:solidFill>
          <a:ln w="12700">
            <a:solidFill>
              <a:srgbClr val="C56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47345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Least privilege access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AF3"/>
                </a:solidFill>
              </a:rPr>
              <a:t>Professional Services Demo Guide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What the build proves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Cluster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Use Vagrant only to create Ubuntu VMs, then manually install Kubernetes with kubeadm.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Security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76479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Create nginx-user with certificate authentication and namespace-scoped RBAC.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Application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176479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Deploy NGINX through ingress-nginx with a certificate issued by Cert-Manager.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07899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One control plane and two worker nodes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Standard Kubernetes components, not Minikube or Kind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Repeatable documentation and troubleshooting notes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Clear separation between administrator bootstrap and user deployment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Topology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Vagrant + VirtualBox local environment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68880" y="2834640"/>
            <a:ext cx="2743200" cy="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09360" y="2834640"/>
            <a:ext cx="2011680" cy="-109728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309360" y="2834640"/>
            <a:ext cx="2011680" cy="109728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Workstation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Vagrant manages VM lifecycle only.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2103120" cy="1508760"/>
          </a:xfrm>
          <a:prstGeom prst="roundRect">
            <a:avLst>
              <a:gd name="adj" fmla="val 6061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controlplane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9631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192.168.56.10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kube-apiserver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etcd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scheduler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91440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0332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node01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135331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192.168.56.11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kubelet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containerd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workloads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365760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7764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node02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409651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192.168.56.12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kubelet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containerd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workloads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5440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Private network: 192.168.56.0/24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Sequence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The clean implementation order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1. Vagrant VM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28016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2. containerd install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171907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66360" y="128016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3. kubeadm packages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71907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128016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4. kubeadm init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171907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29800" y="128016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1399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5. Flannel + eth1 patch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66960" y="171907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60604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6. worker joins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0449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34640" y="260604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7. ingress-nginx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71800" y="30449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66360" y="260604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8. Cert-Manager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0449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98080" y="260604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9. RBAC user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30449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829800" y="2606040"/>
            <a:ext cx="2148840" cy="621792"/>
          </a:xfrm>
          <a:prstGeom prst="roundRect">
            <a:avLst>
              <a:gd name="adj" fmla="val 14706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6960" y="27249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10. NGINX deploy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66960" y="30449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4206240"/>
            <a:ext cx="107899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NGINX is intentionally deployed last after networking, ingress, certificates, and RBAC are ready.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Vagrant does not install Kubernetes; it only prepares the operating systems.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What the Vagrantfile configures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4864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Ubuntu 24.04 using bento/ubuntu-24.04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Static private IPs and /etc/hosts entries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Swap disabled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overlay and br_netfilter kernel modules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net.ipv4.ip_forward enabled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KUBELET_EXTRA_ARGS with node-specific --node-ip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4480560" cy="201168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5819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Important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90195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Each node needs its own kubelet --node-ip value so Kubernetes advertises 192.168.56.10, .11, and .12 instead of the VirtualBox NAT address.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0" y="3794760"/>
            <a:ext cx="4480560" cy="1325880"/>
          </a:xfrm>
          <a:prstGeom prst="roundRect">
            <a:avLst>
              <a:gd name="adj" fmla="val 6897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39136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Result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42336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kubectl get nodes -o wide shows the private Vagrant IPs as each node’s InternalIP.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Runtime and kubeadm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Standard Kubernetes building blocks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containerd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Configured with SystemdCgroup = true to align the container runtime with kubelet cgroup management.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kubeadm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Bootstraps the control plane using the private API server address and a Flannel-compatible pod CIDR.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kubectl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Used first as admin for setup, then as nginx-user for application deployment.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</a:rPr>
              <a:t>Control plane init command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10698480" cy="64008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sudo kubeadm init --apiserver-advertise-address=192.168.56.10 --pod-network-cidr=10.244.0.0/16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Flannel Networking Issue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Root cause and fix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FFF0F0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Flannel selected eth0 and advertised 10.0.2.15 for every node. In VirtualBox NAT, every VM uses that same NAT-side address.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FFF4E6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Impact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719072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Cross-node pod networking failed. The ingress-nginx admission webhook endpoint existed but the API server timed out trying to reach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Fix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719072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Patch the Flannel DaemonSet with --iface=eth1 so it advertises the private 192.168.56.x interface.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</a:rPr>
              <a:t>Verification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1042416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controlplane 192.168.56.10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node01       192.168.56.11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node02       192.168.56.12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Ingress and Cert-Manager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Application entry point and TLS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ingress-nginx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Installed using the bare-metal manifest because this is a local Vagrant cluster without a cloud load balancer.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Admission webhook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Validates Ingress resources before they are accepted by the API server.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Cert-Manager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8562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Issues a self-signed certificate for nginx.local and stores it in the nginx-tls secret.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10607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HTTP is tested through the ingress-nginx NodePort.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HTTPS can be tested with curl -k using the generated self-signed certificate.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and Certificate Authentication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Least privilege user management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37360" y="2743200"/>
            <a:ext cx="1463040" cy="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2743200"/>
            <a:ext cx="1463040" cy="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0" y="2743200"/>
            <a:ext cx="1463040" cy="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46720" y="2743200"/>
            <a:ext cx="1463040" cy="0"/>
          </a:xfrm>
          <a:prstGeom prst="line">
            <a:avLst/>
          </a:prstGeom>
          <a:noFill/>
          <a:ln w="25400">
            <a:solidFill>
              <a:srgbClr val="93A9B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2402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Private Key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79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nginx-user.key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22402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3591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CSR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679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nginx-user.csr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2402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Approval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679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Kubernetes CSR API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95160" y="224028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59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Kubeconfig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6791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nginx-user.conf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0" y="22402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RBAC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64040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Role + RoleBinding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023360"/>
            <a:ext cx="10698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User can manage NGINX resources only in the web namespace.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User cannot create deployments in default or read kube-system pods.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NGINX is deployed by nginx-user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2 replicas of nginx:latest with readiness and liveness probes.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67335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ClusterIP service named nginx exposes port 80 inside the web namespace.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Ingress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67335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Host rule nginx.local routes traffic to the nginx service and uses nginx-tls.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</a:rPr>
              <a:t>Deploy command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10698480" cy="1143000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KUBECONFIG=$HOME/nginx-user.conf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apply -f nginx-deployment.yaml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apply -f nginx-service.yaml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apply -f certificate-nginx.yaml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kubectl apply -f nginx-ingress.yaml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How success is demonstrated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7899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kubectl get nodes -o wide shows all nodes Ready with 192.168.56.x InternalIP values.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Flannel annotations show 192.168.56.10, .11, and .12.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ingress-nginx controller is Running and admission endpoint is reachable.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cert-manager pods are Running and certificate resource is Ready.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nginx-user can create resources in web and is denied outside web.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curl with Host: nginx.local returns the NGINX welcome page.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Troubleshooting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Methodical diagnosis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0F0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Ingress create failed with webhook context deadline exceeded.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12344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4E6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Isolate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The RBAC user reached the API server, so authorization was not the issue.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Endpoint existed, but the control plane could not reach the webhook pod IP.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72600" y="12344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1353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Fix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0" y="167335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Flannel was patched to use eth1; ingress-nginx was restarted.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10607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Result: nginx-ingress.yaml created successfully as nginx-user.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Lesson: multi-interface Vagrant labs require explicit network selection.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Tradeoffs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Why this design is useful and where it has limits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4F7EB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Reproducible local 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Standard kubeadm install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Clear least-privilege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Good for demos and training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6733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Manual certificate lifecycle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Self-signed TLS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NodePort instead of load balancer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Local VM constraints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353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Production Direction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6733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Centralized identity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Short-lived certs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Trusted CA issuer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Managed ingress/load balancer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Automated config management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What reviewers can consume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56692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README with quick start and topology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Architecture and installation documents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RBAC guide and NGINX deployment guide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Troubleshooting guide documenting real issues and fixes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Vagrantfile, Kubernetes manifests, and helper scripts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PowerPoint demo deck with speaker notes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947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No GitOps included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22677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Argo CD and Flux are intentionally excluded per project scope.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66560" y="365760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EEF5FA"/>
          </a:solidFill>
          <a:ln w="12700">
            <a:solidFill>
              <a:srgbClr val="D7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3776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A"/>
                </a:solidFill>
              </a:rPr>
              <a:t>Reviewer Experience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4096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Clone the repo, run Vagrant, follow the manual kubeadm guide, and verify the NGINX deployment.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8412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Key takeaways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7899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000" dirty="0">
                <a:solidFill>
                  <a:srgbClr val="111827"/>
                </a:solidFill>
              </a:rPr>
              <a:t>The cluster is built with standard kubeadm on Ubuntu 24.04.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Vagrant provides repeatable infrastructure but does not install Kubernetes.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RBAC and certificate authentication restrict application deployment to the web namespace.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Flannel interface selection was the critical networking fix.</a:t>
            </a:r>
            <a:endParaRPr lang="en-US" sz="2000" dirty="0"/>
          </a:p>
          <a:p>
            <a:r>
              <a:rPr lang="en-US" sz="2000" dirty="0">
                <a:solidFill>
                  <a:srgbClr val="111827"/>
                </a:solidFill>
              </a:rPr>
              <a:t>NGINX is deployed last by the restricted user and exposed through ingress-nginx.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B9A"/>
                </a:solidFill>
              </a:rPr>
              <a:t>Ready for live demo and troubleshooting discussion.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</a:rPr>
              <a:t>Teleport Kubernetes Demo |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Professional Services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Teleport Kubernetes Demo</dc:title>
  <dc:subject>Teleport Kubernetes take-home demo</dc:subject>
  <dc:creator>Michael Hood</dc:creator>
  <cp:lastModifiedBy>Michael Hood</cp:lastModifiedBy>
  <cp:revision>1</cp:revision>
  <dcterms:created xsi:type="dcterms:W3CDTF">2026-08-06T18:35:47Z</dcterms:created>
  <dcterms:modified xsi:type="dcterms:W3CDTF">2026-08-06T18:35:47Z</dcterms:modified>
</cp:coreProperties>
</file>